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第一页讲清楚产品是什么、解决什么问题。CodeStreak 是 HarmonyOS 上的跨平台刷题打卡应用：每天完成 2 道目标题，连续天数不断增长；题单按求职/竞赛分开；比赛日历汇总真实赛程。右侧是首页实机截图，可以看到当前连胜、今日进度、周矩阵、今日推荐和竞赛挑战。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第二页讲差异化和可信度。左侧动图是真实操作：完成打卡、切换求职/竞赛赛道、关闭一个平台看筛选、打开比赛日历。右侧三点：数据全部真实计算，没有就空态；五平台同步带节流与重试；工程上 90 条单测、87.7% 行覆盖，代码已开源。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4864" cy="1371600"/>
          </a:xfrm>
          <a:prstGeom prst="rect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84048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A116"/>
                </a:solidFill>
                <a:latin typeface="Microsoft YaHei"/>
                <a:ea typeface="Microsoft YaHei"/>
              </a:rPr>
              <a:t>CodeStreak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2F5F9"/>
                </a:solidFill>
                <a:latin typeface="Microsoft YaHei"/>
                <a:ea typeface="Microsoft YaHei"/>
              </a:rPr>
              <a:t>把刷题变成不断裂的连胜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AA6B2"/>
                </a:solidFill>
                <a:latin typeface="Microsoft YaHei"/>
                <a:ea typeface="Microsoft YaHei"/>
              </a:rPr>
              <a:t>面向算法竞赛与求职面试的 HarmonyOS 跨平台刷题打卡与赛训助手</a:t>
            </a:r>
          </a:p>
        </p:txBody>
      </p:sp>
      <p:sp>
        <p:nvSpPr>
          <p:cNvPr id="6" name="Oval 5"/>
          <p:cNvSpPr/>
          <p:nvPr/>
        </p:nvSpPr>
        <p:spPr>
          <a:xfrm>
            <a:off x="713232" y="2221991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17627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今日打卡｜每天 2 题，连胜不断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542032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目标卡 + 竞赛挑战双入口；周矩阵、最长连胜与庆祝反馈，离线也能打卡。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3392424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3346704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题单矩阵｜求职 / 竞赛分开刷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712464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双赛道、难度与平台筛选；题单卡直达官方页，进度按真实 AC 计算。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4562856"/>
            <a:ext cx="384048" cy="384048"/>
          </a:xfrm>
          <a:prstGeom prst="ellipse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0141A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4517136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2F5F9"/>
                </a:solidFill>
                <a:latin typeface="Microsoft YaHei"/>
                <a:ea typeface="Microsoft YaHei"/>
              </a:rPr>
              <a:t>比赛日历｜不再错过下一场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4882896"/>
            <a:ext cx="6858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ICPC/CCPC + Codeforces + AtCoder 真实赛程，一键跳转报名或榜单。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7726679" cy="457200"/>
          </a:xfrm>
          <a:prstGeom prst="roundRect">
            <a:avLst>
              <a:gd name="adj" fmla="val 12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0624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FFA116"/>
                </a:solidFill>
                <a:latin typeface="Microsoft YaHei"/>
                <a:ea typeface="Microsoft YaHei"/>
              </a:rPr>
              <a:t>五平台同步：Codeforces · AtCoder · 洛谷 · 牛客 · LeetCode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6528" y="502920"/>
            <a:ext cx="2880360" cy="5870448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om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832" y="658368"/>
            <a:ext cx="2510765" cy="5559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96528" y="638251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首页：今日打卡 + 连胜 + 双目标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4864" cy="868680"/>
          </a:xfrm>
          <a:prstGeom prst="rect">
            <a:avLst/>
          </a:prstGeom>
          <a:solidFill>
            <a:srgbClr val="4ED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11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2F5F9"/>
                </a:solidFill>
                <a:latin typeface="Microsoft YaHei"/>
                <a:ea typeface="Microsoft YaHei"/>
              </a:rPr>
              <a:t>从今天的 2 题，到可复盘的长期节奏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32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6B2"/>
                </a:solidFill>
                <a:latin typeface="Microsoft YaHei"/>
                <a:ea typeface="Microsoft YaHei"/>
              </a:rPr>
              <a:t>真实数据 · 五平台同步 · 可交付的工程质量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331720" cy="4617720"/>
          </a:xfrm>
          <a:prstGeom prst="roundRect">
            <a:avLst>
              <a:gd name="adj" fmla="val 6000"/>
            </a:avLst>
          </a:prstGeom>
          <a:solidFill>
            <a:srgbClr val="161C24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destreak-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91056"/>
            <a:ext cx="189844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44768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9AA6B2"/>
                </a:solidFill>
                <a:latin typeface="Microsoft YaHei"/>
                <a:ea typeface="Microsoft YaHei"/>
              </a:rPr>
              <a:t>真实操作：打卡 → 切赛道 → 看赛程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463040"/>
            <a:ext cx="45720" cy="868680"/>
          </a:xfrm>
          <a:prstGeom prst="rect">
            <a:avLst/>
          </a:prstGeom>
          <a:solidFill>
            <a:srgbClr val="FFA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4992" y="141732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真实数据，拒绝演示数字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1783080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今日 AC、连续天数、热力图、难度分布全部来自本地 RDB；没有数据就展示空态，不用 0/60 或 93% 的假进度。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2761487"/>
            <a:ext cx="45720" cy="868680"/>
          </a:xfrm>
          <a:prstGeom prst="rect">
            <a:avLst/>
          </a:prstGeom>
          <a:solidFill>
            <a:srgbClr val="4EDE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2715768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五平台同步，失败会重试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3081527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Codeforces / AtCoder / 洛谷 / 牛客 / LeetCode；请求节流、1/5/15 分钟退避，内置 WebView 登录保存登录态。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059935"/>
            <a:ext cx="45720" cy="868680"/>
          </a:xfrm>
          <a:prstGeom prst="rect">
            <a:avLst/>
          </a:prstGeom>
          <a:solidFill>
            <a:srgbClr val="BF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4014215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2F5F9"/>
                </a:solidFill>
                <a:latin typeface="Microsoft YaHei"/>
                <a:ea typeface="Microsoft YaHei"/>
              </a:rPr>
              <a:t>可交付的工程质量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4379976"/>
            <a:ext cx="8138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9AA6B2"/>
                </a:solidFill>
                <a:latin typeface="Microsoft YaHei"/>
                <a:ea typeface="Microsoft YaHei"/>
              </a:rPr>
              <a:t>90 条单元测试、87.7% 行覆盖、分层图标与隐私说明；Git 全程 Conventional Commits，已开源在 GitHub。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5468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927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条单元测试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815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87.7%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行覆盖率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5486400"/>
            <a:ext cx="2240280" cy="621792"/>
          </a:xfrm>
          <a:prstGeom prst="roundRect">
            <a:avLst>
              <a:gd name="adj" fmla="val 12000"/>
            </a:avLst>
          </a:prstGeom>
          <a:solidFill>
            <a:srgbClr val="1C232D"/>
          </a:solidFill>
          <a:ln w="9525">
            <a:solidFill>
              <a:srgbClr val="2B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55504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A11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559612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个平台同步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35508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github.com/acm910/codestreak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355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9AA6B2"/>
                </a:solidFill>
                <a:latin typeface="Microsoft YaHei"/>
                <a:ea typeface="Microsoft YaHei"/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