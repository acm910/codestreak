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各位老师好，我是余翔宇。我介绍的是 CodeStreak，一个在 HarmonyOS 上把五个刷题平台收在一起的打卡应用。</a:t>
            </a:r>
          </a:p>
          <a:p/>
          <a:p>
            <a:r>
              <a:t>我们刷题通常散在 Codeforces、AtCoder、洛谷、牛客、LeetCode，今天做了几题、连续几天、下一场比赛，都要来回切网站。CodeStreak 把今日打卡、题单矩阵、比赛日历、统计榜单放在一个应用里：每天完成两道题，连续天数加一；题单分求职和竞赛两条赛道；赛程按时间排好，点一下就能去报名或看榜单。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第二页想说明它不只是界面。今日 AC、连续天数、热力图、难度分布都从本地记录算出来，没有数据就显示空态，不拿演示数字充数；五个平台都能同步，失败会按 1、5、15 分钟退避重试；工程上有 90 条单测、87.7% 行覆盖，代码已经开源。</a:t>
            </a:r>
          </a:p>
          <a:p/>
          <a:p>
            <a:r>
              <a:t>左边这段动图是真实操作：打卡、切赛道、筛选平台、打开赛程。一句话总结，CodeStreak 让“每天做两题”这件事看得见、接得上、断不了。谢谢大家。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4864" cy="1371600"/>
          </a:xfrm>
          <a:prstGeom prst="rect">
            <a:avLst/>
          </a:prstGeom>
          <a:solidFill>
            <a:srgbClr val="FFA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84048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A116"/>
                </a:solidFill>
                <a:latin typeface="Microsoft YaHei"/>
                <a:ea typeface="Microsoft YaHei"/>
              </a:rPr>
              <a:t>CodeStreak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32688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2F5F9"/>
                </a:solidFill>
                <a:latin typeface="Microsoft YaHei"/>
                <a:ea typeface="Microsoft YaHei"/>
              </a:rPr>
              <a:t>把刷题变成不断裂的连胜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AA6B2"/>
                </a:solidFill>
                <a:latin typeface="Microsoft YaHei"/>
                <a:ea typeface="Microsoft YaHei"/>
              </a:rPr>
              <a:t>面向算法竞赛与求职面试的 HarmonyOS 跨平台刷题打卡与赛训助手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2221991"/>
            <a:ext cx="384048" cy="384048"/>
          </a:xfrm>
          <a:prstGeom prst="ellipse">
            <a:avLst/>
          </a:prstGeom>
          <a:solidFill>
            <a:srgbClr val="FFA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10141A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217627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9"/>
                </a:solidFill>
                <a:latin typeface="Microsoft YaHei"/>
                <a:ea typeface="Microsoft YaHei"/>
              </a:rPr>
              <a:t>今日打卡｜每天 2 题，连胜不断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542032"/>
            <a:ext cx="6858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9AA6B2"/>
                </a:solidFill>
                <a:latin typeface="Microsoft YaHei"/>
                <a:ea typeface="Microsoft YaHei"/>
              </a:rPr>
              <a:t>目标卡 + 竞赛挑战双入口；周矩阵、最长连胜与庆祝反馈，离线也能打卡。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3392424"/>
            <a:ext cx="384048" cy="384048"/>
          </a:xfrm>
          <a:prstGeom prst="ellipse">
            <a:avLst/>
          </a:prstGeom>
          <a:solidFill>
            <a:srgbClr val="FFA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10141A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3346704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9"/>
                </a:solidFill>
                <a:latin typeface="Microsoft YaHei"/>
                <a:ea typeface="Microsoft YaHei"/>
              </a:rPr>
              <a:t>题单矩阵｜求职 / 竞赛分开刷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712464"/>
            <a:ext cx="6858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9AA6B2"/>
                </a:solidFill>
                <a:latin typeface="Microsoft YaHei"/>
                <a:ea typeface="Microsoft YaHei"/>
              </a:rPr>
              <a:t>双赛道、难度与平台筛选；题单卡直达官方页，进度按真实 AC 计算。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4562856"/>
            <a:ext cx="384048" cy="384048"/>
          </a:xfrm>
          <a:prstGeom prst="ellipse">
            <a:avLst/>
          </a:prstGeom>
          <a:solidFill>
            <a:srgbClr val="FFA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10141A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4517136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9"/>
                </a:solidFill>
                <a:latin typeface="Microsoft YaHei"/>
                <a:ea typeface="Microsoft YaHei"/>
              </a:rPr>
              <a:t>比赛日历｜不再错过下一场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4882896"/>
            <a:ext cx="6858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9AA6B2"/>
                </a:solidFill>
                <a:latin typeface="Microsoft YaHei"/>
                <a:ea typeface="Microsoft YaHei"/>
              </a:rPr>
              <a:t>ICPC/CCPC + Codeforces + AtCoder 真实赛程，一键跳转报名或榜单。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7726679" cy="457200"/>
          </a:xfrm>
          <a:prstGeom prst="roundRect">
            <a:avLst>
              <a:gd name="adj" fmla="val 12000"/>
            </a:avLst>
          </a:prstGeom>
          <a:solidFill>
            <a:srgbClr val="161C24"/>
          </a:solidFill>
          <a:ln w="9525">
            <a:solidFill>
              <a:srgbClr val="2B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062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FFA116"/>
                </a:solidFill>
                <a:latin typeface="Microsoft YaHei"/>
                <a:ea typeface="Microsoft YaHei"/>
              </a:rPr>
              <a:t>五平台同步：Codeforces · AtCoder · 洛谷 · 牛客 · LeetCode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96528" y="502920"/>
            <a:ext cx="2880360" cy="5870448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9525">
            <a:solidFill>
              <a:srgbClr val="2B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hom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832" y="658368"/>
            <a:ext cx="2510765" cy="5559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96528" y="6382512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9AA6B2"/>
                </a:solidFill>
                <a:latin typeface="Microsoft YaHei"/>
                <a:ea typeface="Microsoft YaHei"/>
              </a:rPr>
              <a:t>首页：今日打卡 + 连胜 + 双目标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4864" cy="868680"/>
          </a:xfrm>
          <a:prstGeom prst="rect">
            <a:avLst/>
          </a:prstGeom>
          <a:solidFill>
            <a:srgbClr val="4ED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2F5F9"/>
                </a:solidFill>
                <a:latin typeface="Microsoft YaHei"/>
                <a:ea typeface="Microsoft YaHei"/>
              </a:rPr>
              <a:t>从今天的 2 题，到可复盘的长期节奏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3268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9AA6B2"/>
                </a:solidFill>
                <a:latin typeface="Microsoft YaHei"/>
                <a:ea typeface="Microsoft YaHei"/>
              </a:rPr>
              <a:t>真实数据 · 五平台同步 · 可交付的工程质量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331720" cy="461772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9525">
            <a:solidFill>
              <a:srgbClr val="2B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destreak-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591056"/>
            <a:ext cx="189844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9AA6B2"/>
                </a:solidFill>
                <a:latin typeface="Microsoft YaHei"/>
                <a:ea typeface="Microsoft YaHei"/>
              </a:rPr>
              <a:t>真实操作：打卡 → 切赛道 → 看赛程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1463040"/>
            <a:ext cx="45720" cy="868680"/>
          </a:xfrm>
          <a:prstGeom prst="rect">
            <a:avLst/>
          </a:prstGeom>
          <a:solidFill>
            <a:srgbClr val="FFA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64992" y="1417320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2F5F9"/>
                </a:solidFill>
                <a:latin typeface="Microsoft YaHei"/>
                <a:ea typeface="Microsoft YaHei"/>
              </a:rPr>
              <a:t>真实数据，拒绝演示数字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2" y="1783080"/>
            <a:ext cx="8138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9AA6B2"/>
                </a:solidFill>
                <a:latin typeface="Microsoft YaHei"/>
                <a:ea typeface="Microsoft YaHei"/>
              </a:rPr>
              <a:t>今日 AC、连续天数、热力图、难度分布全部来自本地 RDB；没有数据就展示空态，不用 0/60 或 93% 的假进度。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80" y="2761487"/>
            <a:ext cx="45720" cy="868680"/>
          </a:xfrm>
          <a:prstGeom prst="rect">
            <a:avLst/>
          </a:prstGeom>
          <a:solidFill>
            <a:srgbClr val="4ED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2715768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2F5F9"/>
                </a:solidFill>
                <a:latin typeface="Microsoft YaHei"/>
                <a:ea typeface="Microsoft YaHei"/>
              </a:rPr>
              <a:t>五平台同步，失败会重试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3081527"/>
            <a:ext cx="8138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9AA6B2"/>
                </a:solidFill>
                <a:latin typeface="Microsoft YaHei"/>
                <a:ea typeface="Microsoft YaHei"/>
              </a:rPr>
              <a:t>Codeforces / AtCoder / 洛谷 / 牛客 / LeetCode；请求节流、1/5/15 分钟退避，内置 WebView 登录保存登录态。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4059935"/>
            <a:ext cx="45720" cy="868680"/>
          </a:xfrm>
          <a:prstGeom prst="rect">
            <a:avLst/>
          </a:prstGeom>
          <a:solidFill>
            <a:srgbClr val="BFD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2" y="4014215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2F5F9"/>
                </a:solidFill>
                <a:latin typeface="Microsoft YaHei"/>
                <a:ea typeface="Microsoft YaHei"/>
              </a:rPr>
              <a:t>可交付的工程质量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2" y="4379976"/>
            <a:ext cx="8138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9AA6B2"/>
                </a:solidFill>
                <a:latin typeface="Microsoft YaHei"/>
                <a:ea typeface="Microsoft YaHei"/>
              </a:rPr>
              <a:t>90 条单元测试、87.7% 行覆盖、分层图标与隐私说明；Git 全程 Conventional Commits，已开源在 GitHub。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54680" y="5486400"/>
            <a:ext cx="2240280" cy="621792"/>
          </a:xfrm>
          <a:prstGeom prst="roundRect">
            <a:avLst>
              <a:gd name="adj" fmla="val 12000"/>
            </a:avLst>
          </a:prstGeom>
          <a:solidFill>
            <a:srgbClr val="1C232D"/>
          </a:solidFill>
          <a:ln w="9525">
            <a:solidFill>
              <a:srgbClr val="2B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9272" y="55504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A116"/>
                </a:solidFill>
                <a:latin typeface="Microsoft YaHei"/>
                <a:ea typeface="Microsoft YaHei"/>
              </a:rPr>
              <a:t>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559612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9AA6B2"/>
                </a:solidFill>
                <a:latin typeface="Microsoft YaHei"/>
                <a:ea typeface="Microsoft YaHei"/>
              </a:rPr>
              <a:t>条单元测试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23560" y="5486400"/>
            <a:ext cx="2240280" cy="621792"/>
          </a:xfrm>
          <a:prstGeom prst="roundRect">
            <a:avLst>
              <a:gd name="adj" fmla="val 12000"/>
            </a:avLst>
          </a:prstGeom>
          <a:solidFill>
            <a:srgbClr val="1C232D"/>
          </a:solidFill>
          <a:ln w="9525">
            <a:solidFill>
              <a:srgbClr val="2B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8152" y="55504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A116"/>
                </a:solidFill>
                <a:latin typeface="Microsoft YaHei"/>
                <a:ea typeface="Microsoft YaHei"/>
              </a:rPr>
              <a:t>87.7%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559612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9AA6B2"/>
                </a:solidFill>
                <a:latin typeface="Microsoft YaHei"/>
                <a:ea typeface="Microsoft YaHei"/>
              </a:rPr>
              <a:t>行覆盖率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5486400"/>
            <a:ext cx="2240280" cy="621792"/>
          </a:xfrm>
          <a:prstGeom prst="roundRect">
            <a:avLst>
              <a:gd name="adj" fmla="val 12000"/>
            </a:avLst>
          </a:prstGeom>
          <a:solidFill>
            <a:srgbClr val="1C232D"/>
          </a:solidFill>
          <a:ln w="9525">
            <a:solidFill>
              <a:srgbClr val="2B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7032" y="55504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A116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559612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9AA6B2"/>
                </a:solidFill>
                <a:latin typeface="Microsoft YaHei"/>
                <a:ea typeface="Microsoft YaHei"/>
              </a:rPr>
              <a:t>个平台同步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35508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9AA6B2"/>
                </a:solidFill>
                <a:latin typeface="Microsoft YaHei"/>
                <a:ea typeface="Microsoft YaHei"/>
              </a:rPr>
              <a:t>github.com/acm910/codestreak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3550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9AA6B2"/>
                </a:solidFill>
                <a:latin typeface="Microsoft YaHei"/>
                <a:ea typeface="Microsoft YaHei"/>
              </a:rPr>
              <a:t>02 /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